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627C-53EA-0112-85D8-8E2B1730F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C1328-BD0B-9EC3-3789-5953B8B88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CF46-2A61-9A2B-D873-5741AF2E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EEE5-DC50-230A-F02D-9857F127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F17CD-F96D-2986-2E6B-8B9D87D4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4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0F25-0DA5-0503-9544-F1355251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3817-7B1E-74E9-10B4-6A4C8D15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DE8B-60E3-9F86-F132-A11E76F7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034E5-842A-A52D-B6E4-F1DCBDEF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EDBB4-CBD3-94DD-50B9-ACCDE868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5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DDAE-D692-25C0-5AB8-F641E3C0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3AF33-A2D5-82AF-AEAB-7D6F57734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AC081-BE7C-CC83-2A14-D47B37E8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31DD-9EEA-B0E8-ED43-F644616A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41C4B-6482-4BD0-A3AB-10ADEADF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8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C7E4-109E-3742-AFC7-916FFBB2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2AA4-DF66-18CA-407F-16A2E2664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A1AFA-B039-B61A-ABF2-BEFD967DD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147FF-4BA2-DC98-CAA1-9F06B1F7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61C16-078B-1A48-E9C4-7B28431C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6CC4D-B092-8B0E-78E6-96021D92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5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D34F-1C1A-E50E-33E3-024D57AE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6781D-A94B-420D-D37B-DD3F6DF53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64C7F-F13B-B2EE-3A87-37EFA9E20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63802-F227-F04C-F19C-14EECE34E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18E33-0219-F848-45CC-56B0A9EE4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D3E85-4AC9-6FBF-5E4D-60DEE86D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AB7F5-7910-395B-1FA2-BAAF641C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9625E-A13A-EEA4-B91F-94B6DAFC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2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B19E-47CF-2B4C-A86D-F31BBD65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83386-438B-7460-CCD4-CE146F35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5D51E-3B48-2719-59BD-878F9267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ACE6D-A603-2046-22CD-6E29BD46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E0AAA-231B-AAB3-D8E3-08D98D19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AE370-26B9-249D-32F0-87F0145F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37A09-813F-B755-5D0A-C8B7DAC4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8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2C3F-CB73-85E9-1864-A55430EF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5C89-4755-F6BB-4A0A-55901D33D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7233C-ED44-63B5-D943-219C613D0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F6319-716B-DB83-0DA2-D846F458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02A1E-2899-3440-09C4-0DD7E795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69EDD-515B-8004-AF34-55D60B3A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837E-DED9-8D73-505E-7A27E19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3CCE9-2B3B-6775-5D5A-B55EF95E2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0291-B26B-3F55-9687-204527D69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2EDB8-0EF3-5EEC-4CC8-B7E7CF25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6B1EE-A9EA-CC2D-6152-719F9F92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B79AD-5635-3B3B-1371-7A991A1D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5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6596-3D15-0B32-59E9-B9C9BD49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12A1A-D2A5-2244-F3AA-98BF5AD75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9C6D-323D-8B8B-2B72-C68B9CFF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3F39-5D2B-E3A9-4F4B-3BB4C281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9D77-E337-D07F-9C67-4FDFBBF3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0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606FE-ADCC-FA6F-4E2B-B8E1C681B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C8157-6B3E-8A58-80FE-A687A3D7B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A0BBB-C940-1943-069F-123E3DCC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91118-C5AC-63FF-1EF8-D2DD1C22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81A5-E784-1BE2-0380-FDF7B789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1DCCC-BFBA-7348-F100-21597FC4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E287C-A598-DF91-BA10-2DF7BE21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6265A-E583-651C-0715-5098E4578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AB1A8-DE5B-4F92-80C7-C892BA3D5E60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D5FD-51AF-D4DA-BBCD-44FF1095E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E1718-83AE-99D1-7798-9BAB973F4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60F8B-7998-473F-AA05-ABEEC034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1448">
            <a:extLst>
              <a:ext uri="{FF2B5EF4-FFF2-40B4-BE49-F238E27FC236}">
                <a16:creationId xmlns:a16="http://schemas.microsoft.com/office/drawing/2014/main" id="{9FF81B23-1B5E-25E1-E74A-E00ADA68D1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77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6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1527">
            <a:extLst>
              <a:ext uri="{FF2B5EF4-FFF2-40B4-BE49-F238E27FC236}">
                <a16:creationId xmlns:a16="http://schemas.microsoft.com/office/drawing/2014/main" id="{83610CB0-B4F8-3D82-B97F-6B2630D6326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3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1556">
            <a:extLst>
              <a:ext uri="{FF2B5EF4-FFF2-40B4-BE49-F238E27FC236}">
                <a16:creationId xmlns:a16="http://schemas.microsoft.com/office/drawing/2014/main" id="{EBE71B50-1F6A-5036-969D-4CF5ABC398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1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0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1627">
            <a:extLst>
              <a:ext uri="{FF2B5EF4-FFF2-40B4-BE49-F238E27FC236}">
                <a16:creationId xmlns:a16="http://schemas.microsoft.com/office/drawing/2014/main" id="{CF04AC0F-037C-BB58-A846-49FADA5F16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77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1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27E6-ACFA-9E7F-95C8-E5C057BA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974C0A-0B04-F130-7CE5-D734A2A2E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7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1720">
            <a:extLst>
              <a:ext uri="{FF2B5EF4-FFF2-40B4-BE49-F238E27FC236}">
                <a16:creationId xmlns:a16="http://schemas.microsoft.com/office/drawing/2014/main" id="{D3A533F7-24CD-7CD5-0D6C-3A3EE0C287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208">
            <a:extLst>
              <a:ext uri="{FF2B5EF4-FFF2-40B4-BE49-F238E27FC236}">
                <a16:creationId xmlns:a16="http://schemas.microsoft.com/office/drawing/2014/main" id="{07742530-B7C0-1796-967A-EE78DAD76C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77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72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227">
            <a:extLst>
              <a:ext uri="{FF2B5EF4-FFF2-40B4-BE49-F238E27FC236}">
                <a16:creationId xmlns:a16="http://schemas.microsoft.com/office/drawing/2014/main" id="{2EDEFAB3-864D-7E82-0D41-93BE63E522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8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259">
            <a:extLst>
              <a:ext uri="{FF2B5EF4-FFF2-40B4-BE49-F238E27FC236}">
                <a16:creationId xmlns:a16="http://schemas.microsoft.com/office/drawing/2014/main" id="{6D702A51-9079-3458-8EF9-90AE1D62F4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42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333">
            <a:extLst>
              <a:ext uri="{FF2B5EF4-FFF2-40B4-BE49-F238E27FC236}">
                <a16:creationId xmlns:a16="http://schemas.microsoft.com/office/drawing/2014/main" id="{80A7F864-FF9B-5368-E517-B6B724078A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07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353">
            <a:extLst>
              <a:ext uri="{FF2B5EF4-FFF2-40B4-BE49-F238E27FC236}">
                <a16:creationId xmlns:a16="http://schemas.microsoft.com/office/drawing/2014/main" id="{77C13E79-67F1-4680-E808-ED3A856DC7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9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411">
            <a:extLst>
              <a:ext uri="{FF2B5EF4-FFF2-40B4-BE49-F238E27FC236}">
                <a16:creationId xmlns:a16="http://schemas.microsoft.com/office/drawing/2014/main" id="{B380831B-8392-2946-944B-DEAC991C1C4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63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4-28 162441">
            <a:extLst>
              <a:ext uri="{FF2B5EF4-FFF2-40B4-BE49-F238E27FC236}">
                <a16:creationId xmlns:a16="http://schemas.microsoft.com/office/drawing/2014/main" id="{B1E946A3-9FB1-E4EF-47B0-B995843B1FF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"/>
            <a:ext cx="12192000" cy="685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9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21PWCSE2059</dc:creator>
  <cp:lastModifiedBy>21PWCSE2059</cp:lastModifiedBy>
  <cp:revision>2</cp:revision>
  <dcterms:created xsi:type="dcterms:W3CDTF">2026-04-28T11:26:36Z</dcterms:created>
  <dcterms:modified xsi:type="dcterms:W3CDTF">2026-04-28T11:29:28Z</dcterms:modified>
</cp:coreProperties>
</file>