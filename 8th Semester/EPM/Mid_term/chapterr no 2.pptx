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hapter-2-Making-Decisions-Management-new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hapter-2-Making-Decisions-Management-new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hapter-2-Making-Decisions-Management-new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hapter-2-Making-Decisions-Management-new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hapter-2-Making-Decisions-Management-new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hapter-2-Making-Decisions-Management-new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hapter-2-Making-Decisions-Management-new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hapter-2-Making-Decisions-Management-new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hapter-2-Making-Decisions-Management-new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hapter-2-Making-Decisions-Management-new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hapter-2-Making-Decisions-Management-new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hapter-2-Making-Decisions-Management-new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Chapter-2-Making-Decisions-Management-new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Chapter-2-Making-Decisions-Management-new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hapter-2-Making-Decisions-Management-new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Chapter-2-Making-Decisions-Management-new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Chapter-2-Making-Decisions-Management-new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Chapter-2-Making-Decisions-Management-new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Chapter-2-Making-Decisions-Management-new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Chapter-2-Making-Decisions-Management-new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Chapter-2-Making-Decisions-Management-new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Chapter-2-Making-Decisions-Management-new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Chapter-2-Making-Decisions-Management-new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Chapter-2-Making-Decisions-Management-new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Chapter-2-Making-Decisions-Management-new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Chapter-2-Making-Decisions-Management-new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Chapter-2-Making-Decisions-Management-new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Chapter-2-Making-Decisions-Management-new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Chapter-2-Making-Decisions-Management-new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Chapter-2-Making-Decisions-Management-new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Chapter-2-Making-Decisions-Management-new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Chapter-2-Making-Decisions-Management-new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Chapter-2-Making-Decisions-Management-new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Chapter-2-Making-Decisions-Management-new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Chapter-2-Making-Decisions-Management-new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Chapter-2-Making-Decisions-Management-new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Chapter-2-Making-Decisions-Management-new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Chapter-2-Making-Decisions-Management-new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Chapter-2-Making-Decisions-Management-new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-Chapter-2-Making-Decisions-Management-new-4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Chapter-2-Making-Decisions-Management-new-4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Chapter-2-Making-Decisions-Management-new-4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Chapter-2-Making-Decisions-Management-new-4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-Chapter-2-Making-Decisions-Management-new-4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-Chapter-2-Making-Decisions-Management-new-4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-Chapter-2-Making-Decisions-Management-new-4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-Chapter-2-Making-Decisions-Management-new-4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-Chapter-2-Making-Decisions-Management-new-4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