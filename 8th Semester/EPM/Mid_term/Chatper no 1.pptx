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hapter-1-Managers-and-You-in-the-Workplace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hapter-1-Managers-and-You-in-the-Workplace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hapter-1-Managers-and-You-in-the-Workplac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hapter-1-Managers-and-You-in-the-Workplace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hapter-1-Managers-and-You-in-the-Workplace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hapter-1-Managers-and-You-in-the-Workplace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hapter-1-Managers-and-You-in-the-Workplace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hapter-1-Managers-and-You-in-the-Workplace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hapter-1-Managers-and-You-in-the-Workplace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hapter-1-Managers-and-You-in-the-Workplac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hapter-1-Managers-and-You-in-the-Workplace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hapter-1-Managers-and-You-in-the-Workplace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hapter-1-Managers-and-You-in-the-Workplace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hapter-1-Managers-and-You-in-the-Workplace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hapter-1-Managers-and-You-in-the-Workplace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hapter-1-Managers-and-You-in-the-Workplace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hapter-1-Managers-and-You-in-the-Workplace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hapter-1-Managers-and-You-in-the-Workplace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hapter-1-Managers-and-You-in-the-Workplace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hapter-1-Managers-and-You-in-the-Workplac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Chapter-1-Managers-and-You-in-the-Workplace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hapter-1-Managers-and-You-in-the-Workplace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hapter-1-Managers-and-You-in-the-Workplace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hapter-1-Managers-and-You-in-the-Workplace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hapter-1-Managers-and-You-in-the-Workplace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Chapter-1-Managers-and-You-in-the-Workplace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Chapter-1-Managers-and-You-in-the-Workplace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Chapter-1-Managers-and-You-in-the-Workplace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Chapter-1-Managers-and-You-in-the-Workplace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Chapter-1-Managers-and-You-in-the-Workplace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Chapter-1-Managers-and-You-in-the-Workplace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Chapter-1-Managers-and-You-in-the-Workplace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Chapter-1-Managers-and-You-in-the-Workplace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Chapter-1-Managers-and-You-in-the-Workplace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Chapter-1-Managers-and-You-in-the-Workplace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Chapter-1-Managers-and-You-in-the-Workplace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Chapter-1-Managers-and-You-in-the-Workplace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Chapter-1-Managers-and-You-in-the-Workplace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Chapter-1-Managers-and-You-in-the-Workplace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Chapter-1-Managers-and-You-in-the-Workplace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Chapter-1-Managers-and-You-in-the-Workplace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Chapter-1-Managers-and-You-in-the-Workplace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