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Influence-of-the-External-Environment-and-the-Organization-s-Culture-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Influence-of-the-External-Environment-and-the-Organization-s-Culture-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Influence-of-the-External-Environment-and-the-Organization-s-Culture-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Influence-of-the-External-Environment-and-the-Organization-s-Culture-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Influence-of-the-External-Environment-and-the-Organization-s-Culture-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Influence-of-the-External-Environment-and-the-Organization-s-Culture-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Influence-of-the-External-Environment-and-the-Organization-s-Culture-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Influence-of-the-External-Environment-and-the-Organization-s-Culture-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Influence-of-the-External-Environment-and-the-Organization-s-Culture-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Influence-of-the-External-Environment-and-the-Organization-s-Culture-1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Influence-of-the-External-Environment-and-the-Organization-s-Culture-1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Influence-of-the-External-Environment-and-the-Organization-s-Culture-1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Influence-of-the-External-Environment-and-the-Organization-s-Culture-1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Influence-of-the-External-Environment-and-the-Organization-s-Culture-1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Influence-of-the-External-Environment-and-the-Organization-s-Culture-1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Influence-of-the-External-Environment-and-the-Organization-s-Culture-1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-Influence-of-the-External-Environment-and-the-Organization-s-Culture-1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-Influence-of-the-External-Environment-and-the-Organization-s-Culture-1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-Influence-of-the-External-Environment-and-the-Organization-s-Culture-1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-Influence-of-the-External-Environment-and-the-Organization-s-Culture-2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-Influence-of-the-External-Environment-and-the-Organization-s-Culture-2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-Influence-of-the-External-Environment-and-the-Organization-s-Culture-2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-Influence-of-the-External-Environment-and-the-Organization-s-Culture-2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-Influence-of-the-External-Environment-and-the-Organization-s-Culture-2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-Influence-of-the-External-Environment-and-the-Organization-s-Culture-2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-Influence-of-the-External-Environment-and-the-Organization-s-Culture-2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-Influence-of-the-External-Environment-and-the-Organization-s-Culture-2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-Influence-of-the-External-Environment-and-the-Organization-s-Culture-2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-Influence-of-the-External-Environment-and-the-Organization-s-Culture-2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-Influence-of-the-External-Environment-and-the-Organization-s-Culture-3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