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640"/>
  </p:normalViewPr>
  <p:slideViewPr>
    <p:cSldViewPr snapToGrid="0" snapToObjects="1">
      <p:cViewPr varScale="1">
        <p:scale>
          <a:sx n="102" d="100"/>
          <a:sy n="102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hapter-02-the-organizational-environment-1-2048.jpg"/>
          <p:cNvPicPr>
            <a:picLocks noChangeAspect="1"/>
          </p:cNvPicPr>
          <p:nvPr/>
        </p:nvPicPr>
        <p:blipFill>
          <a:blip r:embed="rId2"/>
          <a:srcRect b="37460"/>
          <a:stretch>
            <a:fillRect/>
          </a:stretch>
        </p:blipFill>
        <p:spPr>
          <a:xfrm>
            <a:off x="0" y="0"/>
            <a:ext cx="9144000" cy="42889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hapter-02-the-organizational-environment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hapter-02-the-organizational-environment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hapter-02-the-organizational-environment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hapter-02-the-organizational-environment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hapter-02-the-organizational-environment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hapter-02-the-organizational-environment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hapter-02-the-organizational-environment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hapter-02-the-organizational-environment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hapter-02-the-organizational-environment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hapter-02-the-organizational-environment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hapter-02-the-organizational-environment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hapter-02-the-organizational-environment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hapter-02-the-organizational-environment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hapter-02-the-organizational-environment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Chapter-02-the-organizational-environment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hapter-02-the-organizational-environment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hapter-02-the-organizational-environment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hapter-02-the-organizational-environment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hapter-02-the-organizational-environment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hapter-02-the-organizational-environment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hapter-02-the-organizational-environment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Chapter-02-the-organizational-environment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hapter-02-the-organizational-environment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Chapter-02-the-organizational-environment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0</Words>
  <Application>Microsoft Macintosh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Samad Baseer</cp:lastModifiedBy>
  <cp:revision>2</cp:revision>
  <dcterms:created xsi:type="dcterms:W3CDTF">2013-01-27T09:14:16Z</dcterms:created>
  <dcterms:modified xsi:type="dcterms:W3CDTF">2026-02-27T20:22:49Z</dcterms:modified>
  <cp:category/>
</cp:coreProperties>
</file>